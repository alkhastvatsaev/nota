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1-cover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2-probleme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3-carte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4-dossiers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5-mobile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6-facturation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khastvatsaev/Development/CRMSLOT/scripts/prospecting/output/pptx-assets/slides-sales/07-close-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2026-07-16T09:13:35Z</dcterms:created>
  <dcterms:modified xsi:type="dcterms:W3CDTF">2026-07-16T09:13:35Z</dcterms:modified>
</cp:coreProperties>
</file>